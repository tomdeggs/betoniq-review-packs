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linkedin.com/in/tom-deggs-ugbodaga-2306692bb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inkedin.com/in/tom-deggs-ugbodaga-2306692bb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CineLink: proposed project-review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1/8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A worked example for a practitioner to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676656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23451"/>
                </a:solidFill>
                <a:latin typeface="Calibri"/>
              </a:rPr>
              <a:t>Design draft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6766560" cy="2423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374957"/>
                </a:solidFill>
                <a:latin typeface="Calibri"/>
              </a:rPr>
              <a:t>This is not a deployed replacement, financial advice, a funder application or evidence of funding approval.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374957"/>
                </a:solidFill>
                <a:latin typeface="Calibri"/>
              </a:rPr>
              <a:t>The example is fictional. It shows today's calculation and a safer evidence-first flow we propose for discussion.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374957"/>
                </a:solidFill>
                <a:latin typeface="Calibri"/>
              </a:rPr>
              <a:t>8 pages. Please change, delete or reorder any question.</a:t>
            </a:r>
          </a:p>
        </p:txBody>
      </p:sp>
      <p:pic>
        <p:nvPicPr>
          <p:cNvPr id="9" name="Picture 8" descr="cine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057400"/>
            <a:ext cx="3749039" cy="37490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321808"/>
            <a:ext cx="6949440" cy="9326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123451"/>
                </a:solidFill>
                <a:latin typeface="Calibri"/>
              </a:rPr>
              <a:t>Tom Ugbodaga, Managing Director, BETONIQ WEST LTD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123451"/>
                </a:solidFill>
                <a:latin typeface="Calibri"/>
              </a:rPr>
              <a:t>MSc Computer Systems Security, University of Gloucestershire (England, 2011)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123451"/>
                </a:solidFill>
                <a:latin typeface="Calibri"/>
                <a:hlinkClick r:id="rId3"/>
              </a:rPr>
              <a:t>https://www.linkedin.com/in/tom-deggs-ugbodaga-2306692bb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Step 1: identify the project and its rights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2/8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Proposed questions before readiness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Questions for the producer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Where is the applicant registered or resident, and where will production take place?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What is the format, intended audience, language and project stage?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Who owns or controls the script and underlying rights? Are options, permissions and agreements in place?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Proposed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Unknown rights or missing evidence should be visible, not hidden by a high score.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Ask for confirmation before requesting documents. Do not collect a full script in an unprotected browser form.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Today's demo collects title, format and genre but does not perform these country or rights checks.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Step 2: check the team and the actual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3/8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Proposed questions about execution, not just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Questions for the producer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Which relevant credits can be evidenced, and who is responsible for production, finance and delivery?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What is the itemised budget, currency and basis for the cost estimates?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What is the schedule, and what contingencies, insurance and delivery requirements have been allowed for?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Proposed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Let a practitioner test whether costs and team capacity make sense together.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Do not assume an award guarantees execution, or that a first-time creator is unsuitable.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The present algorithm uses four team labels and fixed budget ceilings; it does not inspect costs or a schedule.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Step 3: establish the financing gap and market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4/8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Proposed questions missing from the current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Questions for the producer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What cash or in-kind support is already committed, and what still needs financing?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Are there documented audience tests, distributor discussions, pre-sales or commissioning agreements?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What rights, repayment obligations or revenue shares have already been promised?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Proposed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Distinguish signed agreements from conversations, ambitions and unsupported audience estimates.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Only consider a route against its actual conditions. A proposed global audience is not a global distribution contract.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No verified pre-sale, tax-credit entitlement or lender commitment is assumed.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Worked example: the current demo returns 65/100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5/8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Fictional project: Market Day. No real film or producer is represented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Inputs and exact calculation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Format: feature film. Genre: drama. Intended market: national. Budget: USD 100,000.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Team: first-time creator. Script: full draft. No commercial-genre bonus for drama.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Script 24 + team 5 + budget 25 + market 11 = 65/100.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Budget ratio: 100,000 / 150,000 = 0.667, below the 1.2 threshold for 25 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What the tool actually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The current label is "Investment-Ready", because 65 is above 55 and below 75.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It suggests distributor pre-sale, gap finance, brand sponsorship and regional broadcaster co-production.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Its national source list is generic. It does not prove that any of these routes would accept this project.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Stress test: where this can mislead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6/8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Exact current-rule results, not proposed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Missing or invalid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If the same example uses a zero budget, it still receives 25 budget points and totals 65.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 negative budget also falls below the upper threshold. The current scoring function has no positive-budget rejection.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The interface has a minimum-value hint, but the calculation needs explicit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Unsupported market ambition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Change the example to a polished script and intended global market: 30 + 5 + 25 + 20 = 80.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The current label becomes "Institutional-Ready" even for a first-time team, without verified market access.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Should unverified information block a readiness label, trigger a caution, or remain an openly self-reported checklist?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Step 4: produce a cautious action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7/8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Proposed output for you to critique, not a financial recommendation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What a useful report might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What information is supplied, what is evidenced and what remains unknown.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A short list of missing documents or practical decisions needed before a financing conversation.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74957"/>
                </a:solidFill>
                <a:latin typeface="Calibri"/>
              </a:rPr>
              <a:t>Possible finance routes with their eligibility conditions, official sources and last-checked dates.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No guarantee of funding, certification, investment readiness or commercial success.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No automatic financier contact, payment collection or submission of confidential documents.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Any incentive, legal structure or investment intermediation arrangement needs jurisdiction-specific professional advice.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Your decision on this proposed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731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8/8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43584"/>
            <a:ext cx="110642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67F89"/>
                </a:solidFill>
                <a:latin typeface="Calibri"/>
              </a:rPr>
              <a:t>Would this help a real producer, or should we change direction?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Questions for the reviewing practitioner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Which question would you remove, and which essential question is missing?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Which evidence must be checked by a person rather than scored automatically?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Should the numeric score be kept, renamed, replaced with a checklist, or removed?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Would you prefer a project-preparation tool, verified finance directory, audience tool, or another starting point?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75104"/>
            <a:ext cx="5486400" cy="4270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12264"/>
            <a:ext cx="5184648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67F89"/>
                </a:solidFill>
                <a:latin typeface="Calibri"/>
              </a:rPr>
              <a:t>How to respond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807208"/>
            <a:ext cx="5184648" cy="3246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Corrections, a voice note or a marked-up PDF are welcome. No endorsement is expected.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Contact: zeropointfeild_nonwnt@zeropay.site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</a:rPr>
              <a:t>Tom Ugbodaga, Managing Director, BETONIQ WEST LTD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374957"/>
                </a:solidFill>
                <a:latin typeface="Calibri"/>
                <a:hlinkClick r:id="rId2"/>
              </a:rPr>
              <a:t>https://www.linkedin.com/in/tom-deggs-ugbodaga-2306692bb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2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CineLink | Review draft | 13 October 2026 | No endorsement or funding approval implied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