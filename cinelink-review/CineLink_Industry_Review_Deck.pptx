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linkedin.com/in/tom-deggs-ugbodaga-2306692bb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omdeggs.github.io/BETONIQ-WEST-/cinelink/live-apps/cinelink.html" TargetMode="External"/><Relationship Id="rId3" Type="http://schemas.openxmlformats.org/officeDocument/2006/relationships/hyperlink" Target="https://tomdeggs.github.io/BETONIQ-WEST-/live/cinelink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CineLink: industry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1/8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A film-financing prototype and a separate audience-engagement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67665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23451"/>
                </a:solidFill>
                <a:latin typeface="Calibri"/>
              </a:rPr>
              <a:t>An honest review, not an endorsement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6766560" cy="2423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374957"/>
                </a:solidFill>
                <a:latin typeface="Calibri"/>
              </a:rPr>
              <a:t>Two public builds, two different purposes. This pack separates what works today from the business we hope to build.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374957"/>
                </a:solidFill>
                <a:latin typeface="Calibri"/>
              </a:rPr>
              <a:t>Please challenge the usefulness, scoring, language, cultural fit and commercial assumptions.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374957"/>
                </a:solidFill>
                <a:latin typeface="Calibri"/>
              </a:rPr>
              <a:t>8 pages. About 10 to 15 minutes. No real project, script or investor details are needed.</a:t>
            </a:r>
          </a:p>
        </p:txBody>
      </p:sp>
      <p:pic>
        <p:nvPicPr>
          <p:cNvPr id="9" name="Picture 8" descr="cine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57400"/>
            <a:ext cx="3749039" cy="3749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321808"/>
            <a:ext cx="6949440" cy="9326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123451"/>
                </a:solidFill>
                <a:latin typeface="Calibri"/>
              </a:rPr>
              <a:t>Tom Ugbodaga, Managing Director, BETONIQ WEST LTD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123451"/>
                </a:solidFill>
                <a:latin typeface="Calibri"/>
              </a:rPr>
              <a:t>MSc Computer Systems Security, University of Gloucestershire (England, 2011)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123451"/>
                </a:solidFill>
                <a:latin typeface="Calibri"/>
                <a:hlinkClick r:id="rId3"/>
              </a:rPr>
              <a:t>https://www.linkedin.com/in/tom-deggs-ugbodaga-2306692bb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 and the two possible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2/8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These are hypotheses for you to test, not established market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Production-side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 producer needs a clearer way to organise a project, show its readiness and identify finance routes worth checking.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intended customer is a producer, writer or production company. A score cannot replace industry judgment or due diligence.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Audience-side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 fan wants a quick, enjoyable Nollywood-themed experience they can share.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separate quiz is an audience-engagement experiment. Quiz completions do not establish demand for production finance.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is available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3/8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The funding demo and the fan quiz must not be confused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Funding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Seven inputs: project title, format, genre, USD budget, intended market, team tier and script stage.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 deterministic score and suggested finance models. Named source lists are hard-coded by intended market.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 narrated walkthrough and local browser history are included. No financier is contacted.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Separate fan quiz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Four questions, six fictional character archetypes and a downloadable personalised poster.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An alias can appear on the poster. Sharing buttons open WhatsApp or X. No account is required.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A third-party counter tracks completion events, not independently verified unique users or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the current scoring rules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4/8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An inspectable calculation, not a validated credit or investment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Four components, total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Script: 8 / 16 / 24 / 30 points for concept / treatment / full draft / polished stage.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Team: 5 / 12 / 20 / 25 points for first-time / some credits / award-winning / veteran.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Budget: 25 / 15 / 5 points against a fixed ceiling for that team tier.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Market: 6 / 11 / 16 / 20 points; selected genres add 2, capped at 20.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What the calculation does not establish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Inputs are self-reported. The tool does not read a script, verify credits or inspect an itemised budget.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intended market is not evidence of distribution. Rights, permissions and contracts are not checked.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Labels at 35, 55 and 75 points are prototype thresholds, not evidence of financier approval.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claims that need correction or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5/8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Please treat the older demo and pitch wording critically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Finance and enterprise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 named funder appearing in a list is not a partner, an open call or proof of applicant eligibility.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Country, ownership, genre, deadlines, tax rules and application conditions are not checked by the matcher.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demo advertises certification, warm introductions and studio services. Their delivery is not evidenced by this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Commercial assumptions and missing safeguards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Older material shows $49/month and a 4% success fee. These are proposed prices, not proven demand or collected revenue.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No funded deals, verified financier network or live commercial traction is established by this 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Success fees, investment intermediation, rights protection and relevant legal requirements need separate professional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 want you to test as a practitioner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6/8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Use invented information only; do not upload a confidential 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Production and commercial usefulness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Does this ask the questions a producer or financier actually needs? What important evidence is missing?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Could the weights reward unsupported claims or encourage a producer to lower a budget just to raise a score?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Which finance routes make sense locally? What checks must happen before a route is suggested?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Would anybody pay for this? Which service would justify a fee, and what should remain free?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Audience experience and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Is the quiz enjoyable, culturally appropriate and worth sharing? Are any character stereotypes insensitive?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Could it attract useful audience engagement, or is it unrelated to the core finance problem?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Project history is kept in browser storage. Do not treat it as a secure rights or confidential-project repository.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next version, not yet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7/8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This is a design discussion for you to 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Production-side changes to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Ask country, rights ownership, budget evidence, finance already secured and realistic distribution evidence first.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Separate self-report from verified documents and use transparent explanations rather than approval-sounding labels.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Add an eligibility and source-update process before suggesting specific funds or incentives.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Audience-side changes to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Review the quiz wording and illustrations with practitioners and fans.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Test accessibility, phones, poster downloads and consent around sharing an alias.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Measure quiz completion events separately from unique users, producer registrations and actual financing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Your feedback: what should change first?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A message, voice note or marked-up copy is enough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Five practical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1. Is the production-finance problem described correctly, or are we solving the wrong problem?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2. What would make the scoring misleading or commercially unusable?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3. Which three questions or checks would you add first?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4. Is the fan quiz useful, inappropriate, or separate from the finance product?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5. What is the smallest credible pilot, and what would count as a useful result?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Two builds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  <a:hlinkClick r:id="rId2"/>
              </a:rPr>
              <a:t>Funding demonstration: https://tomdeggs.github.io/BETONIQ-WEST-/cinelink/live-apps/cinelink.html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  <a:hlinkClick r:id="rId3"/>
              </a:rPr>
              <a:t>Fan quiz: https://tomdeggs.github.io/BETONIQ-WEST-/live/cinelink/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Reply to Tom: zeropointfeild_nonwnt@zeropay.site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Please distinguish corrections to the current demo from suggestions for a later product.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